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20040" cy="49606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Meowlytics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B-tree Indexing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AI-Powered Cat Food Ingredient Analyzer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645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Xing  ·  DSCI 551 Spring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Internals + Application Design — Final Report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201168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Indexing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17520" y="4160520"/>
            <a:ext cx="20116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Planner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4160520"/>
            <a:ext cx="20116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88620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241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owners struggle to evaluate ingredient quality on commercial cat food labels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names are complex, often unfamiliar, and inconsistently labeled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research is slow and unreliable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PostgreSQL?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044952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query planner with EXPLAIN ANALYZE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indexes match frequent exact-match ingredient lookups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enables concurrent reads without blocking writes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+ secondary indexes fit transactional access patterns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960120"/>
            <a:ext cx="4343400" cy="38404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144475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47488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cat food label photo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9568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47488" y="1956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(Gemini) extracts ingredients and generates analysis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47488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B-tree lookup for ingredient knowledge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9809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47488" y="2980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ingredients → AI generates + inserts to DB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349300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47488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saves the analysis to personal favorites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400507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47488" y="4005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retrieved via composite (userId, createdAt) index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34840" y="4526280"/>
            <a:ext cx="43434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45262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dataset: 10,000 ingredients  ·  51 users  ·  5,000 favorites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Architecture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379476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Storage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81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stored in 8KB heap pages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3317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inherent sort order — insertion order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8152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CTIDs locate row by (page, offset)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83133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Meowlytics: Ingredient, User, Favorite tables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743200" cy="379476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005840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0058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Indexes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37560" y="162763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1581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structures — separate from heap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37744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23317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tree: root → internal → leaf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312724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308152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pages store (key, ctid) sorted pairs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8770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83133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Meowlytics: 3 on Ingredient + 1 composite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1005840"/>
            <a:ext cx="2743200" cy="3794760"/>
          </a:xfrm>
          <a:prstGeom prst="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1005840"/>
            <a:ext cx="27432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0058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+ Planner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17920" y="162763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1581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has xmin / xmax transaction IDs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23774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3317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creates new version, old retained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1272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08152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planner: Index Scan vs Seq Scan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87705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83133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autovacuum reclaims dead tuples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Index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0058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6002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8562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(CUID, PK)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11226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String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36829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nameEn   String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26243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 String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28803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category, healthImpact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313639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description, benefits...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35204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9768" y="37764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@@index([name])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" y="403250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@@index([nameEn])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9768" y="428853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@@index([source])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1005840"/>
            <a:ext cx="274320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10058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rows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0128" y="16002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0128" y="18562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(CUID, PK)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211226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 UNIQUE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236829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passwordHash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26243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displayName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10128" y="28803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 / updatedAt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0128" y="35204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10128" y="37764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Implicit on email (@unique)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0760" y="1005840"/>
            <a:ext cx="274320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100584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01000" y="10058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rows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90488" y="16002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90488" y="18562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(CUID, PK)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90488" y="211226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  FK → User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90488" y="236829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brand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90488" y="26243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  JSON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0488" y="28803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 / updatedAt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90488" y="35204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90488" y="37764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@@index([userId, createdAt])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90488" y="403250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composite B-tree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1: Exact Ingredient Lookup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Behavior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taps an ingredient (e.g. 'Chicken') in the analysis result, the app calls the knowledge API: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38862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084832"/>
            <a:ext cx="3666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"Ingredient"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"nameEn" = 'Chicken'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Mechanism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on nameEn sorted by key value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→ internal nodes → leaf page traversal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buffer hits — no full scan needed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ANALYZE Result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389888"/>
            <a:ext cx="384048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463040"/>
            <a:ext cx="362102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Scan using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"Ingredient_nameEn_idx"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"Ingredient"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0.29..8.30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time = 0.020..0.020 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Buffers: shared hit = 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Time: 0.053 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840480"/>
            <a:ext cx="411480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4206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traversal finds exact row in 0.053 ms across 10,000 rows — 3 buffer hits vs 585 for a full scan.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2: Favorites Retrieval — Composite 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Behavior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logged-in user opens the Favorites page, the app loads their most recent analyses: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38862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066544"/>
            <a:ext cx="3666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"Favorite"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"userId" = $userId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"createdAt" DESC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@@index([userId, createdAt]) in Prisma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sorted by (userId, createdAt)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Scan Backward — no Sort node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filter AND ORDER BY in one pass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ANALYZE Result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389888"/>
            <a:ext cx="384048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463040"/>
            <a:ext cx="362102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Scan Backward using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"Favorite_userId_createdAt_idx"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0.28..268.97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time = 0.041..0.086 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returned: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Buffers: shared hit = 28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Time: 0.115 ms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 Sort node in plan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4114800"/>
            <a:ext cx="411480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4187952"/>
            <a:ext cx="37490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 eliminates explicit Sort — ORDER BY is 'free' because the index is already sorted in the right direction.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Planner: Cost Estimation &amp; Selectivity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chooses a plan based on estimated cost — not just 'does an index exist?'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A: Same query — with vs. without index on nameEn   (Script 04)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2336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index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37490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130552"/>
            <a:ext cx="35295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Scan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0.29..8.30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Execution: 0.057 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Buffers hit: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02336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index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057400"/>
            <a:ext cx="37490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1768" y="2130552"/>
            <a:ext cx="35295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Scan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0.00..710.00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Execution: 5.029 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9,999 rows removed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304288"/>
            <a:ext cx="23774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88× slower without index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8412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461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B: Small table (100 rows) vs large table (10,000 rows)   (Script 05)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30168"/>
            <a:ext cx="4023360" cy="1170432"/>
          </a:xfrm>
          <a:prstGeom prst="rect">
            <a:avLst/>
          </a:prstGeom>
          <a:solidFill>
            <a:srgbClr val="FFF7ED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75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100-row table → Seq Scan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95020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cost: 7.25  (&lt;  index cost 8.30)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correctly picks Seq Scan — index overhead not worth it for tiny table.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630168"/>
            <a:ext cx="402336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675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10,000-row table → Index Scan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95020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cost: 8.30  (&lt;&lt;  seq cost 710)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switches to Index Scan at scale — cost model, not rule.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Limitation: Fuzzy Search (ILIKE '%...%')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B-tree Cannot Help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ingredient search in the app: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8862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764792"/>
            <a:ext cx="3666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"Ingredient"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"nameEn" ILIKE '%chick%'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sorts keys lexicographically — Chicken &lt; Cod &lt; Duck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wildcard means any position in string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B-tree's sorted order cannot help mid-string patterns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sequential scan required regardless of index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would require GIN index with pg_trgm extension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ANALYZE Result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389888"/>
            <a:ext cx="384048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463040"/>
            <a:ext cx="362102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Scan on "Ingredient"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0.00..710.00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606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("nameEn" ~~* '%chick%')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Removed by Filter: 9,400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Time: 14.214 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931920"/>
            <a:ext cx="4114800" cy="8046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005072"/>
            <a:ext cx="37490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(B-tree):  </a:t>
            </a:r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0.053 ms</a:t>
            </a:r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Fuzzy ILIKE:  </a:t>
            </a:r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 ms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(268× slower)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MVCC: Multi-Version Concurrency Control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never overwrites a row — it writes a new version and marks the old one dead.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2743200" cy="3383280"/>
          </a:xfrm>
          <a:prstGeom prst="rect">
            <a:avLst/>
          </a:prstGeom>
          <a:solidFill>
            <a:srgbClr val="1E293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53312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533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UPDATE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184708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xmin = 1149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17627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xmax = 0  (active)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50545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ctid = (0,1)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8346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nameEn = Chicken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349300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(original tuple)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353312"/>
            <a:ext cx="2743200" cy="338328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353312"/>
            <a:ext cx="274320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3533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UPDATE  T=1188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55848" y="184708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version: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17627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xmin = 1188  (new txn)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50545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xmax = 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28346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ctid = (36,18)  ← new slot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349300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 version retained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353312"/>
            <a:ext cx="2743200" cy="33832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353312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13533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ROLLBACK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81928" y="184708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xmin = 1149  (restored)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81928" y="217627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xmax = 1188  (rolled-back)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81928" y="250545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ctid = (0,1)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28346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nameEn = Chicken  (visible)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81928" y="349300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tuple → VACUUM later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632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</a:rPr>
              <a:t>→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9893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→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320040" y="4782312"/>
            <a:ext cx="85039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82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n_dead_tup = 1 after ROLLBACK  ·  autovacuum reclaims dead tuples  ·  Readers never block writers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Maintenance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and DELETE on indexed columns all trigger B-tree maintenance.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743200" cy="342900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274320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1371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ingredient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" y="2048256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048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" y="20116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row written to heap page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257860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" y="25420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traversal to find leaf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3108960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" y="307238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(key, ctid) entry inserted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" y="363931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639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4088" y="36027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may split if full → cascades up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" y="4169664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4169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" y="41330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xmin set to current txn ID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1371600"/>
            <a:ext cx="2743200" cy="34290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1371600"/>
            <a:ext cx="274320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1371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AI record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10128" y="2048256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2048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84448" y="20116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row version written (new ctid)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0128" y="2578608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84448" y="25420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index entry added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10128" y="310896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84448" y="307238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entry still points to old tuple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10128" y="363931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3639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84448" y="36027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xmax on old version, xmin on new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310128" y="416966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4169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84448" y="41330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becomes dead after VACUUM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80760" y="1371600"/>
            <a:ext cx="2743200" cy="3429000"/>
          </a:xfrm>
          <a:prstGeom prst="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80760" y="137160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048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406640" y="1371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dead-tuple cleanup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90488" y="204825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2048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64808" y="20116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autovacuum daemon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90488" y="25786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0488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64808" y="25420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dead tuples from heap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90488" y="31089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0488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64808" y="307238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dead index entries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190488" y="363931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90488" y="3639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64808" y="36027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pg_statistic for planner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190488" y="416966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90488" y="4169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64808" y="41330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bloat, better estimates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PostgreSQL vs MySQL vs MongoDB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1945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0058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219456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9464" y="10058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(this project)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21945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024" y="10058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(InnoDB)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1005840"/>
            <a:ext cx="21945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58584" y="10058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1481328"/>
            <a:ext cx="21945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4813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14600" y="1481328"/>
            <a:ext cx="2194560" cy="512064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14813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+ secondary B-tree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481328"/>
            <a:ext cx="21945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14813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B-tree (PK)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03720" y="1481328"/>
            <a:ext cx="21945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4813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 documents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1993392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1993392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type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14600" y="1993392"/>
            <a:ext cx="2194560" cy="512064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1993392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B-tree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993392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1993392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secondary B-tree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03720" y="1993392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1993392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B-tree, text, geo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505456"/>
            <a:ext cx="21945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50545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14600" y="2505456"/>
            <a:ext cx="2194560" cy="512064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87752" y="250545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(no read locks)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2505456"/>
            <a:ext cx="21945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250545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(undo logs)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03720" y="2505456"/>
            <a:ext cx="21945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76872" y="250545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(WiredTiger)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017520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3017520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search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514600" y="3017520"/>
            <a:ext cx="2194560" cy="512064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87752" y="3017520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scan (GIN needed)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3017520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3017520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index (FULLTEXT)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03720" y="3017520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76872" y="3017520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index / regex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" y="3529584"/>
            <a:ext cx="21945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3529584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planner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514600" y="3529584"/>
            <a:ext cx="2194560" cy="512064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87752" y="3529584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(transparent)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09160" y="3529584"/>
            <a:ext cx="21945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3529584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903720" y="3529584"/>
            <a:ext cx="21945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76872" y="3529584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optimizer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0040" y="4041648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" y="40416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514600" y="4041648"/>
            <a:ext cx="2194560" cy="512064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87752" y="40416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+ analytics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09160" y="4041648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82312" y="40416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OLTP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903720" y="4041648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76872" y="40416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Lessons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3840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search not indexed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Leading-wildcard ILIKE forces Seq Scan. Would need GIN + pg_trgm.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304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needs API key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Gemini analysis requires GOOGLE_API_KEY. Pre-seeded data covers DB demo.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write overhead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UPDATE writes a new heap version. Dead tuples accumulate until VACUUM.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950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only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distribution or replication — PG supports them but not demonstrated.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4160520" cy="38404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960120"/>
            <a:ext cx="416052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148132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design reflects query patterns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173736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(userId, createdAt) serves both filter and sort because the app always filters by user AND sorts by time.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3042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 drives plan choice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256032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chose Seq Scan on 100 rows even with an index — cost estimation, not index existence, decides.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312724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enables concurrency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338328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tuple versions let readers see consistent snapshots while writers insert new versions — no read locks.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95020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ANALYZE is ground truth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0600" y="420624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hits + timing confirm assumptions that pure theory cannot.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24128"/>
            <a:ext cx="73152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24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Indexing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lookup (nameEn) uses Index Scan with 3 buffer hits — 88× faster than without index at 10,000 rows.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73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04825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retrieval uses Index Scan Backward — ORDER BY is free because the index is already sorted.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73152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7980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correctly uses Seq Scan on 100 rows and Index Scan on 10,000 rows — cost-based, not rule-based.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73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5478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UPDATE creates a new tuple version. Snapshot isolation allows concurrent reads. Dead tuples accumulate until VACUUM.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Limitation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 '%chick%' forces Seq Scan — B-tree cannot serve leading-wildcard patterns. GIN + pg_trgm would fix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Xing  ·  DSCI 551 Spring 2026  ·  github.com/… /dsci551-project-meowlytics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Meowlytics - DSCI 551 Final Report</dc:title>
  <dc:subject>PptxGenJS Presentation</dc:subject>
  <dc:creator>Wei Xing</dc:creator>
  <cp:lastModifiedBy>Wei Xing</cp:lastModifiedBy>
  <cp:revision>1</cp:revision>
  <dcterms:created xsi:type="dcterms:W3CDTF">2026-04-19T22:02:44Z</dcterms:created>
  <dcterms:modified xsi:type="dcterms:W3CDTF">2026-04-19T22:02:44Z</dcterms:modified>
</cp:coreProperties>
</file>